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8e104cd82b4ebd" /><Relationship Type="http://schemas.openxmlformats.org/officeDocument/2006/relationships/extended-properties" Target="/docProps/app.xml" Id="R798eac23b4894c14" /><Relationship Type="http://schemas.openxmlformats.org/officeDocument/2006/relationships/officeDocument" Target="/ppt/presentation.xml" Id="Rcb074ad7aee344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98d32677e4fee"/>
  </p:sldMasterIdLst>
  <p:notesMasterIdLst>
    <p:notesMasterId xmlns:r="http://schemas.openxmlformats.org/officeDocument/2006/relationships" r:id="R5d35cf6f40bc4481"/>
  </p:notesMasterIdLst>
  <p:sldIdLst>
    <p:sldId xmlns:r="http://schemas.openxmlformats.org/officeDocument/2006/relationships" id="256" r:id="Rba5207bcc5fc4bf9"/>
    <p:sldId xmlns:r="http://schemas.openxmlformats.org/officeDocument/2006/relationships" id="257" r:id="R3afa01143fcb4166"/>
    <p:sldId xmlns:r="http://schemas.openxmlformats.org/officeDocument/2006/relationships" id="258" r:id="R360a8d7fad5e457f"/>
    <p:sldId xmlns:r="http://schemas.openxmlformats.org/officeDocument/2006/relationships" id="259" r:id="R07130f220e7643e6"/>
    <p:sldId xmlns:r="http://schemas.openxmlformats.org/officeDocument/2006/relationships" id="260" r:id="R8523f641785b4d15"/>
    <p:sldId xmlns:r="http://schemas.openxmlformats.org/officeDocument/2006/relationships" id="261" r:id="Rc7b74784a42841a5"/>
    <p:sldId xmlns:r="http://schemas.openxmlformats.org/officeDocument/2006/relationships" id="262" r:id="R8ab3e7741c3a4c98"/>
    <p:sldId xmlns:r="http://schemas.openxmlformats.org/officeDocument/2006/relationships" id="263" r:id="R99e30bfcbb1a43d5"/>
    <p:sldId xmlns:r="http://schemas.openxmlformats.org/officeDocument/2006/relationships" id="264" r:id="Rca3611475d3c4c2b"/>
    <p:sldId xmlns:r="http://schemas.openxmlformats.org/officeDocument/2006/relationships" id="265" r:id="R7fba0c1d82f84d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98d32677e4fee" /><Relationship Type="http://schemas.openxmlformats.org/officeDocument/2006/relationships/theme" Target="/ppt/theme/theme1.xml" Id="R93a5408dd9b4467d" /><Relationship Type="http://schemas.openxmlformats.org/officeDocument/2006/relationships/notesMaster" Target="/ppt/notesMasters/notesMaster1.xml" Id="R5d35cf6f40bc4481" /><Relationship Type="http://schemas.openxmlformats.org/officeDocument/2006/relationships/presProps" Target="/ppt/presProps.xml" Id="R93c60f6608734b89" /><Relationship Type="http://schemas.openxmlformats.org/officeDocument/2006/relationships/viewProps" Target="/ppt/viewProps.xml" Id="R1e46692a870a447c" /><Relationship Type="http://schemas.openxmlformats.org/officeDocument/2006/relationships/tableStyles" Target="/ppt/tableStyles.xml" Id="Rd7cb8bf4ed66493b" /><Relationship Type="http://schemas.openxmlformats.org/officeDocument/2006/relationships/slide" Target="/ppt/slides/slide1.xml" Id="Rba5207bcc5fc4bf9" /><Relationship Type="http://schemas.openxmlformats.org/officeDocument/2006/relationships/slide" Target="/ppt/slides/slide2.xml" Id="R3afa01143fcb4166" /><Relationship Type="http://schemas.openxmlformats.org/officeDocument/2006/relationships/slide" Target="/ppt/slides/slide3.xml" Id="R360a8d7fad5e457f" /><Relationship Type="http://schemas.openxmlformats.org/officeDocument/2006/relationships/slide" Target="/ppt/slides/slide4.xml" Id="R07130f220e7643e6" /><Relationship Type="http://schemas.openxmlformats.org/officeDocument/2006/relationships/slide" Target="/ppt/slides/slide5.xml" Id="R8523f641785b4d15" /><Relationship Type="http://schemas.openxmlformats.org/officeDocument/2006/relationships/slide" Target="/ppt/slides/slide6.xml" Id="Rc7b74784a42841a5" /><Relationship Type="http://schemas.openxmlformats.org/officeDocument/2006/relationships/slide" Target="/ppt/slides/slide7.xml" Id="R8ab3e7741c3a4c98" /><Relationship Type="http://schemas.openxmlformats.org/officeDocument/2006/relationships/slide" Target="/ppt/slides/slide8.xml" Id="R99e30bfcbb1a43d5" /><Relationship Type="http://schemas.openxmlformats.org/officeDocument/2006/relationships/slide" Target="/ppt/slides/slide9.xml" Id="Rca3611475d3c4c2b" /><Relationship Type="http://schemas.openxmlformats.org/officeDocument/2006/relationships/slide" Target="/ppt/slides/slide10.xml" Id="R7fba0c1d82f8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b96b70f8874a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c0dd93ec74cc7" /><Relationship Type="http://schemas.openxmlformats.org/officeDocument/2006/relationships/notesMaster" Target="/ppt/notesMasters/notesMaster1.xml" Id="Rda2383dd033c4c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dcd406145f4a1e" /><Relationship Type="http://schemas.openxmlformats.org/officeDocument/2006/relationships/notesMaster" Target="/ppt/notesMasters/notesMaster1.xml" Id="Ra56d3aa0094348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b4fd108fdb4d0a" /><Relationship Type="http://schemas.openxmlformats.org/officeDocument/2006/relationships/notesMaster" Target="/ppt/notesMasters/notesMaster1.xml" Id="R635a7b2d78c447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15033b4efc4028" /><Relationship Type="http://schemas.openxmlformats.org/officeDocument/2006/relationships/notesMaster" Target="/ppt/notesMasters/notesMaster1.xml" Id="R9a4898ce511a4f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54d60d65f440ba" /><Relationship Type="http://schemas.openxmlformats.org/officeDocument/2006/relationships/notesMaster" Target="/ppt/notesMasters/notesMaster1.xml" Id="R7e52a8d9baf5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038f80e33e4b22" /><Relationship Type="http://schemas.openxmlformats.org/officeDocument/2006/relationships/notesMaster" Target="/ppt/notesMasters/notesMaster1.xml" Id="Rb1f73ac6ce7843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261ea6baf5463d" /><Relationship Type="http://schemas.openxmlformats.org/officeDocument/2006/relationships/notesMaster" Target="/ppt/notesMasters/notesMaster1.xml" Id="Rd6a83b8b88ce44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99322591d546c9" /><Relationship Type="http://schemas.openxmlformats.org/officeDocument/2006/relationships/notesMaster" Target="/ppt/notesMasters/notesMaster1.xml" Id="Ra93f17ccf971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c59b410a974a58" /><Relationship Type="http://schemas.openxmlformats.org/officeDocument/2006/relationships/notesMaster" Target="/ppt/notesMasters/notesMaster1.xml" Id="Rc1db490d2632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6873d13f904b03" /><Relationship Type="http://schemas.openxmlformats.org/officeDocument/2006/relationships/notesMaster" Target="/ppt/notesMasters/notesMaster1.xml" Id="R2bbc4487a334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add324cd2420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7c0a3c6537445bb" /><Relationship Type="http://schemas.openxmlformats.org/officeDocument/2006/relationships/slideLayout" Target="/ppt/slideLayouts/slideLayout2.xml" Id="Rd6252ed96f1d4b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252ed96f1d4b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7c491b33b04446" /><Relationship Type="http://schemas.openxmlformats.org/officeDocument/2006/relationships/notesSlide" Target="/ppt/notesSlides/notesSlide1.xml" Id="Rafe5845f0d5146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db3550cb64ae2" /><Relationship Type="http://schemas.openxmlformats.org/officeDocument/2006/relationships/notesSlide" Target="/ppt/notesSlides/notesSlide2.xml" Id="R64030f7e355149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56d8d2acd452a" /><Relationship Type="http://schemas.openxmlformats.org/officeDocument/2006/relationships/notesSlide" Target="/ppt/notesSlides/notesSlide3.xml" Id="R9cfd83e210b243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aac3c666d4c3b" /><Relationship Type="http://schemas.openxmlformats.org/officeDocument/2006/relationships/notesSlide" Target="/ppt/notesSlides/notesSlide4.xml" Id="Rd3866c70b262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dcbd6920f54b8b" /><Relationship Type="http://schemas.openxmlformats.org/officeDocument/2006/relationships/notesSlide" Target="/ppt/notesSlides/notesSlide5.xml" Id="R51105a156b3941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c8b624e3e4b69" /><Relationship Type="http://schemas.openxmlformats.org/officeDocument/2006/relationships/notesSlide" Target="/ppt/notesSlides/notesSlide6.xml" Id="Rc01646dfec6647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c8d085f35045fa" /><Relationship Type="http://schemas.openxmlformats.org/officeDocument/2006/relationships/notesSlide" Target="/ppt/notesSlides/notesSlide7.xml" Id="R88ab37501926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76f2bf1ca473a" /><Relationship Type="http://schemas.openxmlformats.org/officeDocument/2006/relationships/notesSlide" Target="/ppt/notesSlides/notesSlide8.xml" Id="R6f015c4f5c874f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1d17ac9fa6486c" /><Relationship Type="http://schemas.openxmlformats.org/officeDocument/2006/relationships/notesSlide" Target="/ppt/notesSlides/notesSlide9.xml" Id="R36538f67f40c43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aececcad1946a8" /><Relationship Type="http://schemas.openxmlformats.org/officeDocument/2006/relationships/notesSlide" Target="/ppt/notesSlides/notesSlide10.xml" Id="Recb644303c2647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FDF5D-AC76-4C64-B286-A1D53F60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8C081-242C-4C7C-8914-B5D76E1D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A3A99-850A-421C-B24B-BB5D58A1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4282D-760B-438F-8E50-10669BF6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1CEBA-1002-4B37-AFC5-4B907A72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17127-5CE8-478B-8A5A-1E45687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FINAL POSITIONING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36904-6681-4601-B9DA-C5B5E24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762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SilverLink Ambient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54EBD-453B-4B26-B034-F4A7A8ED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Ambient Family Intelligence for Aging Societies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3B471-1291-4F41-94F0-610AAA3B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15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An ambient AI presence that quietly understands daily changes and reconnects aging families before small signals become serious problems.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CF397-684A-4780-B381-7EA5112E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572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00E33-2935-484D-A81F-41BEE53F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2724150" cy="2724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33333"/>
            </a:srgbClr>
          </a:solidFill>
          <a:ln xmlns:a="http://schemas.openxmlformats.org/drawingml/2006/main" w="11430">
            <a:solidFill>
              <a:srgbClr val="8C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DD5C7-4BFD-4790-B4E8-D88B9544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463" y="1557147"/>
            <a:ext cx="980694" cy="9806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E8FF-9C8D-4F1A-9EC5-661CD8C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714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SilverLink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A960F-6333-4BB9-8DD4-1C2C62BE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143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quiet presence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9EC2-B77E-4DC7-B834-3EFDC5E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13333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504EC-7156-4AD7-ACBA-66A96CB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rPr>
              <a:t>not a senior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46FC5-462A-4255-9CDD-19DDFFCC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19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13333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FA5EE-7DCB-4FEC-906D-7FF1940B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672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not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B75C6-334D-4AB8-A1F8-76427AB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196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CE3CB-30C5-437A-A854-09F58D1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67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family intelligence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8CC3E-E57D-4661-9B24-0B908EAE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D3197-8D8E-436F-A590-B6556C3D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She never learned the app.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641A9-C7C5-48CB-8B8D-0F1E0AD9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The app learned how to care.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1B430-F812-4688-97F0-11A64E45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78892-251F-462F-97C0-A480C8E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70799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AEB44-8516-41A0-B265-C2192F8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83A39-8667-423F-8F5A-DDEDD1C0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60BED-C1E2-4068-9084-1EAD5F5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2AEA8-3704-4159-9821-00A6840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58B2A-E964-4B36-9017-7BE975BD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049E6-1758-4890-A1DB-064CC2D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81595-645E-4147-9221-995C3515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52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The most dangerous signal is silence.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39A73-D694-4B87-9779-442C6755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Japan is aging. Families are busy. Seniors do not always ask for help. The dangerous part is silence.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C6B83-F32F-4EB8-B546-3F6082DB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960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9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1C87F-2381-4B3B-8D1A-B0B9924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7A529-EE71-46C3-9857-7AA4382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26667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5A969-BCCC-4704-8C2F-BACCE608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07:50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F802B-A04A-4919-A193-75754A57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 usually moves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C3C22-B506-42B6-976E-7B6B91B7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0A596-23B2-44CA-9BB2-38D9B6C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38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>
              <a:alpha val="26667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DDF61-E1E6-439A-9375-E215A36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09:10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724FF-6D0C-462A-807E-9DF847D1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confirmation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67BED-3092-4243-96FC-9E00930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FD702-2EF1-4D7B-BCB4-3EE61B62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77">
              <a:alpha val="26667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90931-EA60-4CE0-85C3-EB7D6F93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11:30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7EA89-86CE-4CFD-9707-444874F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 sounds tired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B7F85-7883-4098-9D1A-5FD9C98B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D37A7-5870-48D7-8A34-D15B8A7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26667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2B23B-EFAF-4618-AC6E-71983C0B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17:40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4F8DB-374A-471E-B1AD-FE02548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family touchpoint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ECF4D-D770-4098-A973-5C09FBD7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43050"/>
            <a:ext cx="3181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D8960-4C36-4C9F-9A2B-6C10DB5A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Families do care.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0F7A1-90CB-42DE-BF16-9800BEA0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They just discover quiet changes too late.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3B281-1408-4F77-B033-4006BA5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396B9-52BF-437C-952D-F167FBA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silent signal detection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6F0796-D16C-41F9-B30A-F493DCB3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97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1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2C9F0F-AA15-41F8-B20B-8C3BF23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673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low interruption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E0EDEB-F601-4629-BC81-6047B0C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197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13333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AB6D2-E4AC-44E6-97B8-98C55C23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6732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human response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3A1684-3718-426D-A3F3-D8CB7511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3BFB7D-5F62-407C-95CD-3EC4797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82600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3C917-74B0-43E4-B455-F03667BA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372CD-26D0-45FE-BAB7-75F2055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553FE-BBA0-4C5A-A832-E06D773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E0776-FE02-46D6-9658-B26AE5C8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6FCAC-1FE4-40F1-87D0-09D10B3C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524F7-AF65-47C6-833E-DDDB52AB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8FD92-EC9C-4620-9878-D63EA0F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Older adults do not need another app to learn.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6E431-223A-45E8-9710-6E365C36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They need technology that quietly adapts to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991AF-9D58-4B0D-9F25-AB9A293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00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4E939-DA1A-436F-9045-D604422F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Most apps ask Keiko to: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2651A-968E-4402-A009-AD14517B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tap, search, learn menus,</a:t>
            </a:r>
          </a:p>
          <a:p xmlns:a="http://schemas.openxmlformats.org/drawingml/2006/main">
            <a:pPr algn="l">
              <a:defRPr sz="18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and explain her own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EE180-71DA-4A8A-9A57-3A41090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957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2E"/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24C06-7342-4664-80DD-CE5F384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SilverLink asks less: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6DC4F-089C-4C7D-B468-40E2EA54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105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one calm orb,</a:t>
            </a:r>
          </a:p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large text,</a:t>
            </a:r>
          </a:p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gentle voice,</a:t>
            </a:r>
          </a:p>
          <a:p xmlns:a="http://schemas.openxmlformats.org/drawingml/2006/main">
            <a:pPr algn="l">
              <a:defRPr sz="1725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human handoff.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63509-D5D1-4CF4-B54C-3E54B0F9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93345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D6E1E-A6AB-4D1B-93F1-811E64C8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1430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33333"/>
            </a:srgbClr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B9309-0E7C-46A3-BDE9-EC26955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732" y="1321308"/>
            <a:ext cx="356616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331A6-CBF8-4B05-9435-E2F0042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FF661-E373-4D1D-A4FF-81C638E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AI adapts to people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57C1D-9857-48E1-A3B8-AE2EF8D4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67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1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04F04-8929-4866-B472-85D2CD0A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149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not the other way around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903AD-1D48-45A8-875B-7B3DF15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D1FF2-F99E-4B77-91D7-5F7A43F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72408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C91DE-BE7E-4545-877A-D86F2BDF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68DFF-974B-4354-A7D7-8501055F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F2BF0-794E-487E-B7A7-588DF07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C9DF0-81B9-4B34-A689-93A266AE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11B3C-DD49-428B-91AC-18FD1373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619E4-6804-4BB9-ABA2-7F760CC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2EEB8-F518-4830-84D6-D81503F3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One ambient interface: see, listen, remember, gently act, hand 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D4C10-583B-4B5B-8DA4-09CD91A4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The product is not a dashboard. It is a low-interruption layer between daily life and family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7A5A8-78F2-48A4-841A-221FC2C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517B3-5D50-4A1D-95F9-217673B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5574C-85D3-4DD3-9BB2-4A8452D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box, table, 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2307B-EEEA-4E48-852E-AD9CB3A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510B6-6DE1-4C25-9209-D3C9868C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Listen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A9FC4-74DB-49BE-8591-12828165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question, tone, hesitation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8393B-AE9E-4B6E-ACB4-A424AA0E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BEA19-DED1-4F87-B2A1-BF333455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D715D-62A7-473E-9C2F-CB86675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recent lightweight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8F44B-5527-4C64-9472-02C9040D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2F8F2-03A1-4D23-90B3-9AEC52E1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2A597-4911-48F7-A607-B6F4455C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calm voice, large 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BDFFA-D68F-4D40-AEAF-ECFC1B6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26ED5-E07F-4664-B245-B37B8D2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14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Hand 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37431-18A7-4697-9C82-DACAA70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 or pharmacist memo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2572C-9D9E-4362-BADC-5E9EF19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763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D42C8-686C-40DD-B5D7-2BB3FECA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8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33333"/>
            </a:srgbClr>
          </a:solidFill>
          <a:ln xmlns:a="http://schemas.openxmlformats.org/drawingml/2006/main" w="11430">
            <a:solidFill>
              <a:srgbClr val="8CA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5BA9B-53C9-4C5E-8EDB-7CA7F925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1267587"/>
            <a:ext cx="363474" cy="3634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53229-E7CE-4674-A1DE-49B7029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57800"/>
            <a:ext cx="613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0196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55007-8073-4F32-8A55-AF9983C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91150"/>
            <a:ext cx="560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It does not interrupt. It does not judge. It simply notices earlier.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DC425-4E1C-430E-895F-BCE8D7E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4AAC3-6936-456A-9111-A79912DA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49382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DBB7AA-BE77-46F7-8C7B-B1D7282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DCB7A-85AC-498D-A286-460876D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F466F-5656-441F-87AC-52F518F9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8412F-1D8C-4E3A-BE34-78592FA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37568-2CEE-4248-A698-0BD265F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49AB8-FF6A-4B14-B75B-562C65B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90 SECOND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715DF-FFFB-4924-A308-1757E66A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239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Silence becomes a gentle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408F5-8CC9-46CF-A530-6D0B5BE0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08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The demo starts without menus: a medicine box on the table, a quiet orb, a respectful Japanese prompt, and a human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00FCA-426B-4489-85C6-48D6B348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43C35-4016-47B8-AAE3-4BE84DA0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rPr>
              <a:t>0-15s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2C4E5-1DCC-4F05-9222-EE47759E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Silence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04E6D-6425-4739-9ADB-0C5CD38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tap, no search, no request for help.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9714F-DE7F-458B-8F9A-937757EA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6749E-6224-4D8E-AAAB-DEFA61EF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15-35s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5A484-91C3-4C82-A053-3AFE442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Ambient sense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AFF0C-3BE6-4CBF-B5BF-470427E5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box, water cup, no confirmation.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B19EA-D186-4339-AD1F-D72FBE8C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194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3943D-1C2C-4B62-888A-B84054CA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35-55s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F121C-9D4E-4795-A537-5D0B4D0B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19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Gentle voice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AEF32-350B-4C87-A1E7-CBA61292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00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「一緒に確認しましょうか。」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D1D19-EDC2-4391-B723-95027D61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6764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29DFF-69D8-450B-98CC-14D64B2F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55-75s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FFC58-8BF6-4C43-A11E-576C73BD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33539-12BF-4630-8939-7E1CDEE5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Yesterday: dizzy. Today: go slowly.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47B6B-1DF5-4698-BBFF-0B4B6A6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68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9AA39-2785-4195-922F-85105309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75-90s | Family summary: no emergency; pharmacist confirmation recommended.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67583-6849-4B58-9F58-D3851FC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333500"/>
            <a:ext cx="1962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018"/>
          </a:solidFill>
          <a:ln xmlns:a="http://schemas.openxmlformats.org/drawingml/2006/main" w="19050">
            <a:solidFill>
              <a:srgbClr val="5661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B9876-18B8-49BF-9C0B-1B05D84D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43050"/>
            <a:ext cx="16573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26"/>
          </a:solidFill>
          <a:ln xmlns:a="http://schemas.openxmlformats.org/drawingml/2006/main" w="9525">
            <a:solidFill>
              <a:srgbClr val="2731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8F4AA-C566-4A0D-AC18-E664A0F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7716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7FF">
              <a:alpha val="3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B91E0-7BAF-422A-8CD3-E35AE90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お薬を一緒に確認しましょうか。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1A7E34-48CA-4E8B-9C51-56E520C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52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C3A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09978F-9D8C-4C4B-9D6C-316C2E1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766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今日確認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5562F9-3C43-49B8-A6EB-5E26F68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766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2C14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2C14E"/>
                </a:solidFill>
                <a:latin typeface="Aptos"/>
                <a:ea typeface="Aptos"/>
                <a:cs typeface="Aptos"/>
              </a:rPr>
              <a:t>薬剤師に確認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39484D-5705-434B-B98B-28F0C374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2E"/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4642F-DDF5-4566-ABDC-EA21D37C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0527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D6C4"/>
                </a:solidFill>
                <a:latin typeface="Aptos"/>
                <a:ea typeface="Aptos"/>
                <a:cs typeface="Aptos"/>
              </a:rPr>
              <a:t>家族へ共有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AC995C-0EEB-4B9B-86CB-3A453CCE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13333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CE42D2-E23F-45BC-BBFB-74575649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08A77"/>
                </a:solidFill>
                <a:latin typeface="Aptos Mono"/>
                <a:ea typeface="Aptos Mono"/>
                <a:cs typeface="Aptos Mono"/>
              </a:rPr>
              <a:t>not another senior app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0D41C1-CFA5-447F-8405-0C09655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05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0271C-97C7-4989-80A6-929C11A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531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ambient family intelligence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4FF294-D5DD-429B-905F-CC670DBD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1DF4FD-4390-4440-A4AA-42E1611B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67713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97144-FCBA-4829-9DDB-12E5F70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75203-67E8-4CEC-8441-C136283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6860D-8C18-4CA1-8BBC-7A43006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50382-314E-40A0-BC4B-3D717B8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35AE1-AEC1-4D22-A267-243B146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30220-D7FA-4CD6-89EA-9CC384D1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9A2E2-A342-43CD-8C24-B1935592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286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Environment to Gemini to agents to humans.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84840-140B-4290-B5E0-835DEBE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This is the product system: perception and reasoning are useful only when they end in a calm human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B1048-7E05-4A57-8D5D-1306B1F7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1DFCA-80D7-4DC0-B340-0CF1605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B284E-31EF-4FED-81EB-7CCBBE5D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9525">
            <a:solidFill>
              <a:srgbClr val="8CA7FF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9ED7E-2CEF-4AF3-812A-D35FA709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4189C-8995-475F-8915-B6741CB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9525">
            <a:solidFill>
              <a:srgbClr val="8CA7FF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CC08A-AE0D-42FF-9C24-FD04413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BF356-40F4-42BD-863C-B8D74BC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9412"/>
            </a:srgbClr>
          </a:solidFill>
          <a:ln xmlns:a="http://schemas.openxmlformats.org/drawingml/2006/main" w="9525">
            <a:solidFill>
              <a:srgbClr val="8CA7FF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0C8D6-E4C6-4D8E-B89B-09D0F738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routine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64D51-337E-4441-B273-93DDF82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78216-3FDD-441E-948C-F9B1F86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689E1-6811-4E69-A8C0-FAB3392E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B4869-E376-4C77-A94C-1894BEE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F2603-E264-40B4-970A-D80CB13F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9CEC6-FC27-406E-A9E0-357C8670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7B7EF-2655-4268-B4F5-65A06976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CA2F7-16DD-426E-B536-ED9EFB5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74D39-4502-4514-B386-37B7B52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reasoning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4A98A-BB9D-4557-8E68-7C00044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A208D-1D1F-446F-A84A-F256DA87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871B2-D210-4568-B6D8-1F620D08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Agent 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26EAB4-6349-4E02-A6FA-F91407C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>
                <a:alpha val="4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779F40-3040-44C4-A030-86DABED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perception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D395AD-9329-4C28-9A49-D9FF27E0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5D810-54D1-4966-9B12-013319E1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71FD2-4429-4AB2-B706-E48B6482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94F8DC-A150-497D-A18A-C26F18C9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B02755-0FCC-4DC0-B1D7-4CD69C5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2D4026-7E6A-4E9D-9DBF-389453F3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C692A8-67D8-4EEA-B668-5200D766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420348-3414-4733-922B-4685AD71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>
                <a:alpha val="4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7A4D35-C801-4D4F-B826-CE9AE5C3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voice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BD2067-7078-4332-BBE5-F5507C91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>
                <a:alpha val="4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D3284-DE00-4DCC-8E3E-FF3D8CA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large card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B54267-8407-4DA0-AB82-D7FC2F2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>
                <a:alpha val="4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395F4A-597A-4CCF-B41C-B93833D1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 memo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F0299B-0F38-406B-A191-8F5AAB5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386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78443C-5931-431F-AAF7-E02E5F00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1771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52B7A3-C279-438F-9B81-574A122B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57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E6BE0D-4755-4540-80D4-1E1CD50E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9A18EC-7A05-47F4-8178-6DB91FB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71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 diagnosis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65C14C-6DBC-43A2-A3D1-E57B5C3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52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CC70C8-047B-44EB-8A56-10826F5A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29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00C9B5-E283-4833-83B7-38C1F8EF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6101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>
                <a:alpha val="4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D719D2-93A1-4DAA-A376-F6E4FE14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2DCBE-65F0-44FF-9464-36973BCA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531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>
              <a:alpha val="9412"/>
            </a:srgbClr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5E4C6B-47FA-473E-A667-FF3AE19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674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Privacy choice: semantic event tokens, not raw life streams.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252599-9000-4F95-B1B7-00B55742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C5E822-ECD1-4B2C-A24C-332F3F3F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38312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892B9-9164-4C08-9DEB-2AA3426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F1898-C313-470C-AC2C-B4AC631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E5F3D-3313-4062-AE94-4A63AD8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6FE22-A40D-45C6-95EC-1721BCCA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F6863-1729-4CE0-99B2-28A387B4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31F25-E7CD-44DE-BE9C-3C16BB10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WHY GEMINI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921AD-950A-4A8B-85C1-1593B5C3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Gemini is the perception and reasoning layer behind the ambient agent.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C14F5-1596-4663-9910-3338E9DE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Not a chatbot. One coherent stack turns weak daily signals into structured, respectful, human-actionable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CE788-EFC7-459A-8D28-9C3823E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1C1D8-358C-4138-8664-CEF14618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1DC4C-9BEE-48C6-9A05-324407DE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medicine box / document 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335B5-3A65-42AA-AB0A-FED9E67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146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4DCC3-05F9-4CE9-9FC7-02CEAAF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Live Voice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B3E11-C3E4-470A-94F0-10769BCA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low-latency respectful conversation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C1F5A-8CD4-4452-9F73-264ACC46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48F78-13DC-489F-BE3B-6A92170F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Function Calling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8FF88-FA97-402C-BB9A-484565C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record, notify, hand 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0BC32-5E49-42F9-8AB3-16423E6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57D38-9D29-476A-BBAC-65502FDC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Context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B3A5F-23C4-42B2-843B-CD690D79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72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yesterday's dizziness, last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11B06-C4D4-406B-8BD0-9BD1963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577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95076-8303-429A-BF68-268B9EE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29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02C2A-946B-4ED4-BB8F-7757A8F8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72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cards and summaries stay stable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9AE97-C726-4213-BF88-0E00DFA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0096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69901-1828-4BC9-930A-49DFF10E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192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33333"/>
            </a:srgbClr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5C029-EB9C-4B7F-B707-2552416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533" y="1435227"/>
            <a:ext cx="432054" cy="4320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E8195-5FF1-43CA-B736-FE77F52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9FA61-2943-42F3-AF65-4B21946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4075"/>
            <a:ext cx="3409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Gemini as ambient intelligence, not chat 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F2904-C343-4EB0-8485-FB19AAA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7C5793-15D2-4206-908F-C6071588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45424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0B9C1-AEF1-4272-8221-59B24009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6DFBD-6732-462F-92C2-ABECFB1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1EC24-9ED0-4E8E-9031-49E63E4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01E9E-0CCB-4833-8EB3-AC559A5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07309-5F0D-4393-8099-62CEEEEE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67DDB-2248-44A9-BFAA-E8002629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2C14E"/>
                </a:solidFill>
                <a:latin typeface="Aptos Mono"/>
                <a:ea typeface="Aptos Mono"/>
                <a:cs typeface="Aptos Mono"/>
              </a:rPr>
              <a:t>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5F2E1-A7CA-4D06-BE5F-7EBF4ABE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52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The boundary is part of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07C61-8681-4CA6-8EE3-9828986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SilverLink earns trust by refusing to overreach. It notices earlier, speaks gently, and escalates to humans.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0E561-A84F-4689-8CCE-109C87E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08A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DAE31-11F5-4519-906E-DEFA1F2B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No diagnosis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737B2-1BA4-443E-B994-97A2F5E6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It explains visible text and uncertainty, not medical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5B791-DEB0-447F-A182-85615CE3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F2C1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8A56D-D29C-4F62-87CA-12C313B1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No dosage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7A9E5-ECF0-49FC-B93C-5241350A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It never tells a person to start, stop, or change medicine.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EA811-054D-401E-80C2-41DE58A6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7CD6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C8010-0DEA-4F64-80D2-4683160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Human escalation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9DC27-45A7-4EBF-AF06-AC58218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Family, pharmacist, doctor, or emergency path stays explicit.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5318C-6001-43A5-A49C-F264962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2400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0478">
            <a:solidFill>
              <a:srgbClr val="8C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55B13-2159-4006-B955-5BB963F5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Privacy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8253B-EFB3-41F4-B626-5C46DDB6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24300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Remember lightweight context, not unnecessary raw audio or video.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E5AB3-1B43-4234-BA7C-DC56521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77">
              <a:alpha val="9412"/>
            </a:srgbClr>
          </a:solidFill>
          <a:ln xmlns:a="http://schemas.openxmlformats.org/drawingml/2006/main" w="9525">
            <a:solidFill>
              <a:srgbClr val="F08A7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557E2-9591-4891-B2F7-9805B209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Triage: Green | Yellow family | Orange pharmacist | Red doctor / emergency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E7E02-2BE0-4C09-BF4A-BE02EC16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8314B-3168-4943-9EFE-05AB342D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82417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8EF7C3-B56A-44EF-A2AF-C7FCC1D3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62187-5B83-47F3-87CE-E6884C6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B3CF6-A8A1-4FFD-8248-4AE08543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F077A-D8AD-4314-92F1-2DEB0275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58C93-D5DE-4D88-A34A-19C9295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0E608-E5EC-4412-B270-A75375D8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GO TO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9D788-10F4-4387-A3F6-471870C1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57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Japan first. Global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4925C-28B5-43F2-85B1-98FB589E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Japan gives the sharpest first wedge: aging society, older adults living alone, respectful language, family and pharmacist connection, and low interruption.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7330D-C7E1-4165-9B21-E3F8A92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343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83F1F-3F26-4490-9100-2617435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Japan 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816E3-3824-4867-8987-D0A8C1C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FEF4A-8231-4361-9D88-D8BC6C60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独居高齢者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4CF19-7A60-4288-A9AF-9E16F6D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E7264-586A-4CC0-9FB6-B9DD421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敬語 and calm 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F76E8-5584-4DD6-90D4-6444DBF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BF077-E433-48C8-8888-A626ECD6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14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family / pharmacist link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9C923-B7E2-4D79-BF22-CFC5F7E9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44C8F-C60D-420C-B458-4B87B87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low-interruption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B896F-92AD-49CD-A9A5-26503F83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343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431"/>
          </a:solidFill>
          <a:ln xmlns:a="http://schemas.openxmlformats.org/drawingml/2006/main" w="11430">
            <a:solidFill>
              <a:srgbClr val="F2C1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17F25-9C36-4582-8308-0F01F968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Global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5E454-B34F-4291-96E9-8BCD6C7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94DFA-645C-429E-AD24-C1796D4D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148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remote family care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352B0-7C3C-4B86-8A96-EA8CC68D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A34AD-08F3-4385-AAE7-84AD4397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14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chronic condition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B8535-2F84-4F85-B9DD-1C92A67C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18787-ED66-427E-891A-E874D453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14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care coordination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8B1CD-7806-4160-9998-A45969E6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9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280B4-D4A8-448B-8C78-93C0CF7A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ambient relationship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F8932-C625-4E15-B1C8-505B2740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A3A65-9C3F-449F-BAA4-7685C69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15025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From 見守り to ambient family intelligence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18156-9FD1-4F11-9A90-CF5B6EA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32D9A9-2D26-4AB1-ADE6-78CB894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14062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2B0083-7D41-4F37-92FC-969D53D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242F-D6BF-4C6A-A28B-3C6A2EAB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36559-1F74-475B-BC7C-4724E465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48400"/>
            <a:ext cx="4324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6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5AF29-D76C-4C27-8DC5-08EED87F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D261E-8D3E-47AA-80D4-CC87E36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95E5A-AF9B-4552-9ACD-F190107F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CLOSING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5624E-3C0C-410D-AA7F-68A829C7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EFE5"/>
                </a:solidFill>
                <a:latin typeface="Aptos Display"/>
                <a:ea typeface="Aptos Display"/>
                <a:cs typeface="Aptos Display"/>
              </a:rPr>
              <a:t>Technology should not replace relationships.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C897C-CC54-4CF9-B0F4-41620EF7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4EFE5"/>
                </a:solidFill>
                <a:latin typeface="Aptos"/>
                <a:ea typeface="Aptos"/>
                <a:cs typeface="Aptos"/>
              </a:rPr>
              <a:t>It should quietly protect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D4C8E-CA98-40A0-A9BD-5B5FA3A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6896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8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EB8C8"/>
                </a:solidFill>
                <a:latin typeface="Aptos"/>
                <a:ea typeface="Aptos"/>
                <a:cs typeface="Aptos"/>
              </a:rPr>
              <a:t>SilverLink quietly senses small daily changes through Gemini's multimodal capabilities, remembers recent context, responds with respectful voice interaction, and reconnects older adults with family or professionals before silence becomes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CBA5-E92F-497D-BD71-1295FAB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334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8641F-EDE6-4B1F-8AF7-B6E37D30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4300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6C4">
              <a:alpha val="33333"/>
            </a:srgbClr>
          </a:solidFill>
          <a:ln xmlns:a="http://schemas.openxmlformats.org/drawingml/2006/main" w="11430">
            <a:solidFill>
              <a:srgbClr val="7CD6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3DA70-61C5-487B-AAEC-4B7701B5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547622"/>
            <a:ext cx="809244" cy="8092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86B04-60C4-4862-BA51-7071900C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962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9412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AC56D-3A85-424C-9AAF-452D3DB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335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EFE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EFE5"/>
                </a:solidFill>
                <a:latin typeface="Aptos"/>
                <a:ea typeface="Aptos"/>
                <a:cs typeface="Aptos"/>
              </a:rPr>
              <a:t>She never learned the app.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7D33C-8636-4BA8-B12A-6B6C8F70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335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CD6C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CD6C4"/>
                </a:solidFill>
                <a:latin typeface="Aptos"/>
                <a:ea typeface="Aptos"/>
                <a:cs typeface="Aptos"/>
              </a:rPr>
              <a:t>The app learned how to care.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7A287-D694-45E1-99E8-F3FFF810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7FF">
              <a:alpha val="13333"/>
            </a:srgbClr>
          </a:solidFill>
          <a:ln xmlns:a="http://schemas.openxmlformats.org/drawingml/2006/main" w="9525">
            <a:solidFill>
              <a:srgbClr val="8CA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9DF86-3BBA-4ECB-AF6F-43AB6FD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CA7FF"/>
                </a:solidFill>
                <a:latin typeface="Aptos Mono"/>
                <a:ea typeface="Aptos Mono"/>
                <a:cs typeface="Aptos Mono"/>
              </a:rPr>
              <a:t>AI should adapt to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A553D-41EA-43A1-B6E6-E0CD6CC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D6C4">
              <a:alpha val="13333"/>
            </a:srgbClr>
          </a:solidFill>
          <a:ln xmlns:a="http://schemas.openxmlformats.org/drawingml/2006/main" w="9525">
            <a:solidFill>
              <a:srgbClr val="7C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EF66E-DFD7-426C-8B2D-AA8C6298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76875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CD6C4"/>
                </a:solidFill>
                <a:latin typeface="Aptos Mono"/>
                <a:ea typeface="Aptos Mono"/>
                <a:cs typeface="Aptos Mono"/>
              </a:rPr>
              <a:t>not the other way around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3E241-A3A2-4BBD-B874-FC5FF5E7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9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978"/>
                </a:solidFill>
                <a:latin typeface="Aptos"/>
                <a:ea typeface="Aptos"/>
                <a:cs typeface="Aptos"/>
              </a:rPr>
              <a:t>SilverLink Ambient Agent | Gemini Hackathon Tokyo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4082F-47B6-4931-814B-37FB8032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E697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7439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2026-05-15T04:39:56.3770000Z</dcterms:created>
  <dcterms:modified xsi:type="dcterms:W3CDTF">2026-05-15T04:39:56.3780000Z</dcterms:modified>
</coreProperties>
</file>